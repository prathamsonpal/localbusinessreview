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businessreview.streamlit.app/" TargetMode="External"/><Relationship Id="rId2" Type="http://schemas.openxmlformats.org/officeDocument/2006/relationships/hyperlink" Target="https://github.com/PrathamSonpal/LocalBusinessReview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businessreview.streamlit.app/" TargetMode="External"/><Relationship Id="rId2" Type="http://schemas.openxmlformats.org/officeDocument/2006/relationships/hyperlink" Target="https://github.com/PrathamSonpal/LocalBusinessReview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0"/>
            <a:ext cx="9144000" cy="6858000"/>
          </a:xfrm>
          <a:prstGeom prst="rect">
            <a:avLst/>
          </a:prstGeom>
          <a:solidFill>
            <a:srgbClr val="1C39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560659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Local Business Review Analyzer</a:t>
            </a:r>
            <a:endParaRPr lang="en-IN" dirty="0"/>
          </a:p>
          <a:p>
            <a:pPr>
              <a:defRPr sz="2400">
                <a:solidFill>
                  <a:srgbClr val="C8C8FF"/>
                </a:solidFill>
              </a:defRPr>
            </a:pPr>
            <a:r>
              <a:rPr lang="en-IN" dirty="0"/>
              <a:t>Ahmedabad &amp; Bangalore: Sentiment &amp; Rating Prediction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pPr algn="ctr"/>
            <a:r>
              <a:rPr lang="en-IN" sz="2400" b="1" dirty="0">
                <a:solidFill>
                  <a:schemeClr val="bg1"/>
                </a:solidFill>
              </a:rPr>
              <a:t>By</a:t>
            </a:r>
            <a:r>
              <a:rPr sz="2400" b="1" dirty="0">
                <a:solidFill>
                  <a:schemeClr val="bg1"/>
                </a:solidFill>
              </a:rPr>
              <a:t>: Pratham </a:t>
            </a:r>
            <a:r>
              <a:rPr sz="2400" b="1" dirty="0" err="1">
                <a:solidFill>
                  <a:schemeClr val="bg1"/>
                </a:solidFill>
              </a:rPr>
              <a:t>Sonpal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1CD84C-EDC2-41F3-96D9-DE68CD54B66B}"/>
              </a:ext>
            </a:extLst>
          </p:cNvPr>
          <p:cNvSpPr/>
          <p:nvPr/>
        </p:nvSpPr>
        <p:spPr>
          <a:xfrm>
            <a:off x="-226142" y="4208205"/>
            <a:ext cx="7089058" cy="113071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D10CD-777B-423A-3C52-96462284A02F}"/>
              </a:ext>
            </a:extLst>
          </p:cNvPr>
          <p:cNvSpPr txBox="1"/>
          <p:nvPr/>
        </p:nvSpPr>
        <p:spPr>
          <a:xfrm>
            <a:off x="0" y="4309536"/>
            <a:ext cx="630621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 err="1"/>
              <a:t>Github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https://github.com/PrathamSonpal/LocalBusinessReview</a:t>
            </a:r>
            <a:endParaRPr lang="en-IN" dirty="0"/>
          </a:p>
          <a:p>
            <a:endParaRPr lang="en-IN" b="1" dirty="0"/>
          </a:p>
          <a:p>
            <a:r>
              <a:rPr lang="en-IN" b="1" dirty="0" err="1"/>
              <a:t>Streamlit</a:t>
            </a:r>
            <a:r>
              <a:rPr lang="en-IN" b="1" dirty="0"/>
              <a:t>: </a:t>
            </a:r>
            <a:r>
              <a:rPr lang="en-IN" dirty="0">
                <a:hlinkClick r:id="rId3"/>
              </a:rPr>
              <a:t>https://localbusinessreview.streamlit.app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Context: Local businesses (Gyms, Salons, Restaurants) rely heavily on online reputation.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The Problem: Manual analysis of thousands of reviews is slow, biased, and inefficient.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The Gap: Businesses struggle to quantify 'sentiment' or predict ratings from text alone.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The Solution: An automated NLP pipeline to extract insights and predict scores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2.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Target Cities: Ahmedabad &amp; Bangalore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Total Volume: ~6,000 Reviews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Categories: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   - Gyms (~2,000 rows)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   - Salons (~2,000 rows)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   - Restaurants (~2,000 rows)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Columns Collected: Business Name, Review Text, Rating (1-5), City,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3. Data Cleaning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Raw text data is noisy. We applied the following preprocessing steps: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1. Lowercasing: Standardization of text.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2. Noise Removal: Removing punctuation, URLs, and Emojis.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3. Stopword Removal: Removing common words (is, the, and).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4. Lemmatization: Converting words to root forms (e.g., 'running' -&gt; 'run').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5. Normalization: ensuring ratings are on a standard 1-5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4. Sentiment Model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Objective: Classify review as Positive, Neutral, or Negative.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Algorithm: Logistic Regression.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Feature Engineering: TF-IDF Vectorizer (20,000 features).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Performance: Achieved ~94% Accuracy on the test set.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Why Logistic Regression? It performs excellently on high-dimensional sparse text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5. Rating Model (Prediction)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Objective: Predict exact star rating (1 to 5) based on text.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Algorithm: Logistic Regression (One-vs-Rest for multi-class).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Feature Engineering: TF-IDF Vectorizer (25,000 features).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Performance: ~93-94% Accuracy.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Utility: Helps businesses spot discrepancy between what users say vs. what they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6. Robustness &amp; Fallback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Challenge: Deployment environments (Streamlit Cloud) can sometimes mismatch library versions.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Solution: A Dual-Layer System.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Primary Layer: Custom Machine Learning Models (High Accuracy).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Secondary Layer (Fallback): VADER (Valence Aware Dictionary).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   - If ML fails, VADER rules take over.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   - Ensures the app NEVER crashes for the end-user.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7. Streamlit App Interface</a:t>
            </a:r>
          </a:p>
        </p:txBody>
      </p:sp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1C4F31F6-7A5C-08F7-327F-A53BFC2C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875"/>
            <a:ext cx="9144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75803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rPr dirty="0"/>
              <a:t>8. </a:t>
            </a:r>
            <a:r>
              <a:rPr lang="en-IN" dirty="0"/>
              <a:t>Batch CSV Processing</a:t>
            </a:r>
            <a:endParaRPr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14188A-D376-53B4-7772-D3A737AA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9687"/>
            <a:ext cx="9144000" cy="4238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86703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rPr dirty="0"/>
              <a:t>9. </a:t>
            </a:r>
            <a:r>
              <a:rPr lang="en-IN" dirty="0"/>
              <a:t>Live Prediction Results</a:t>
            </a:r>
            <a:endParaRPr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204055-7A86-18C1-E716-206B5B89A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018"/>
            <a:ext cx="9144000" cy="4271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10. Challenges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Challenges Faced: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Handling code-mixed languages (Hindi-English mix).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Detecting sarcasm in reviews.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Future Enhancements: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Multilingual Support (</a:t>
            </a:r>
            <a:r>
              <a:rPr lang="en-IN" dirty="0"/>
              <a:t>Multilingual </a:t>
            </a:r>
            <a:r>
              <a:rPr dirty="0"/>
              <a:t>models).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Aspect-Based Sentiment (grading 'Food' vs 'Service' separately).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Deep Learning (BERT/Transformers) for higher nuance.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Summary: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We successfully built an end-to-end NLP pipeline.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Scraped 6k rows, cleaned data, and achieved 94% accuracy.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Deployed a user-friendly Web App.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Deliverables: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Full Source Code on GitHub.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dirty="0"/>
              <a:t>   - Live Dashboard for Stakeholders.</a:t>
            </a:r>
            <a:endParaRPr lang="en-IN" dirty="0"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endParaRPr lang="en-IN" dirty="0"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endParaRPr lang="en-IN" dirty="0"/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AE6ED-F130-2B1C-88A5-9421AD3D7A12}"/>
              </a:ext>
            </a:extLst>
          </p:cNvPr>
          <p:cNvSpPr txBox="1"/>
          <p:nvPr/>
        </p:nvSpPr>
        <p:spPr>
          <a:xfrm>
            <a:off x="457200" y="4945193"/>
            <a:ext cx="630621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 err="1"/>
              <a:t>Github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https://github.com/PrathamSonpal/LocalBusinessReview</a:t>
            </a:r>
            <a:endParaRPr lang="en-IN" dirty="0"/>
          </a:p>
          <a:p>
            <a:endParaRPr lang="en-IN" b="1" dirty="0"/>
          </a:p>
          <a:p>
            <a:r>
              <a:rPr lang="en-IN" b="1" dirty="0" err="1"/>
              <a:t>Streamlit</a:t>
            </a:r>
            <a:r>
              <a:rPr lang="en-IN" b="1" dirty="0"/>
              <a:t>: </a:t>
            </a:r>
            <a:r>
              <a:rPr lang="en-IN" dirty="0">
                <a:hlinkClick r:id="rId3"/>
              </a:rPr>
              <a:t>https://localbusinessreview.streamlit.app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04DB-6EAF-8B0C-746E-BDBE91E6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A389B6-166E-648C-7FDA-1A182816A5BF}"/>
              </a:ext>
            </a:extLst>
          </p:cNvPr>
          <p:cNvSpPr/>
          <p:nvPr/>
        </p:nvSpPr>
        <p:spPr>
          <a:xfrm>
            <a:off x="0" y="0"/>
            <a:ext cx="9144000" cy="314632"/>
          </a:xfrm>
          <a:prstGeom prst="rect">
            <a:avLst/>
          </a:prstGeom>
          <a:solidFill>
            <a:srgbClr val="1C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ADE92-D51C-8D1F-FB71-808D9D3BD1A9}"/>
              </a:ext>
            </a:extLst>
          </p:cNvPr>
          <p:cNvSpPr txBox="1"/>
          <p:nvPr/>
        </p:nvSpPr>
        <p:spPr>
          <a:xfrm>
            <a:off x="527816" y="2921168"/>
            <a:ext cx="404418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rPr lang="en-IN" sz="6000" dirty="0">
                <a:solidFill>
                  <a:schemeClr val="tx2"/>
                </a:solidFill>
              </a:rPr>
              <a:t>Thank You</a:t>
            </a:r>
            <a:endParaRPr sz="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87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592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prathamsonpalfreelance@gmail.com</cp:lastModifiedBy>
  <cp:revision>2</cp:revision>
  <dcterms:created xsi:type="dcterms:W3CDTF">2013-01-27T09:14:16Z</dcterms:created>
  <dcterms:modified xsi:type="dcterms:W3CDTF">2025-11-30T08:43:55Z</dcterms:modified>
  <cp:category/>
</cp:coreProperties>
</file>